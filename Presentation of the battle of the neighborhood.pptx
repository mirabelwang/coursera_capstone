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490BF-A3DE-9349-A775-55E13F86B331}" type="datetimeFigureOut">
              <a:rPr lang="en-US" smtClean="0"/>
              <a:t>1/13/21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2644C-90D3-DB4E-840E-2AC230583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5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2644C-90D3-DB4E-840E-2AC2305834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43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2644C-90D3-DB4E-840E-2AC2305834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78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5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6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3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0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1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4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9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9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22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7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65F7E-2877-4745-AA0C-987F0CF9DFCB}" type="datetimeFigureOut">
              <a:rPr lang="en-US" smtClean="0"/>
              <a:t>1/13/21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F37A7-3E3F-874A-989D-859098B33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4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ECD8-1222-CB44-BB40-512436BA9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237" y="2157537"/>
            <a:ext cx="8679915" cy="1748729"/>
          </a:xfrm>
        </p:spPr>
        <p:txBody>
          <a:bodyPr>
            <a:normAutofit fontScale="90000"/>
          </a:bodyPr>
          <a:lstStyle/>
          <a:p>
            <a:br>
              <a:rPr lang="en-CA" b="1" dirty="0"/>
            </a:br>
            <a:br>
              <a:rPr lang="en-CA" b="1" dirty="0"/>
            </a:br>
            <a:r>
              <a:rPr lang="en-CA" b="1" dirty="0">
                <a:solidFill>
                  <a:srgbClr val="0070C0"/>
                </a:solidFill>
              </a:rPr>
              <a:t>Opening a New Coffee Shop in Toronto</a:t>
            </a:r>
            <a:br>
              <a:rPr lang="en-CA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026B6-50A8-E04D-ABAD-D29896BE5B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b="1" dirty="0">
                <a:solidFill>
                  <a:srgbClr val="0070C0"/>
                </a:solidFill>
              </a:rPr>
              <a:t>By: </a:t>
            </a:r>
            <a:r>
              <a:rPr lang="en-CA" b="1" dirty="0" err="1">
                <a:solidFill>
                  <a:srgbClr val="0070C0"/>
                </a:solidFill>
              </a:rPr>
              <a:t>Meilu</a:t>
            </a:r>
            <a:r>
              <a:rPr lang="en-CA" b="1" dirty="0">
                <a:solidFill>
                  <a:srgbClr val="0070C0"/>
                </a:solidFill>
              </a:rPr>
              <a:t> Wang</a:t>
            </a:r>
            <a:endParaRPr lang="en-CA" dirty="0">
              <a:solidFill>
                <a:srgbClr val="0070C0"/>
              </a:solidFill>
            </a:endParaRPr>
          </a:p>
          <a:p>
            <a:r>
              <a:rPr lang="en-CA" b="1" dirty="0">
                <a:solidFill>
                  <a:srgbClr val="0070C0"/>
                </a:solidFill>
              </a:rPr>
              <a:t> </a:t>
            </a:r>
            <a:endParaRPr lang="en-CA" dirty="0">
              <a:solidFill>
                <a:srgbClr val="0070C0"/>
              </a:solidFill>
            </a:endParaRPr>
          </a:p>
          <a:p>
            <a:r>
              <a:rPr lang="en-CA" b="1" dirty="0">
                <a:solidFill>
                  <a:srgbClr val="0070C0"/>
                </a:solidFill>
              </a:rPr>
              <a:t>January 2021</a:t>
            </a:r>
            <a:r>
              <a:rPr lang="en-CA" dirty="0">
                <a:solidFill>
                  <a:srgbClr val="00B0F0"/>
                </a:solidFill>
              </a:rPr>
              <a:t> 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76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A5AF-58DD-444D-A191-91B898FB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1"/>
                </a:solidFill>
              </a:rPr>
              <a:t>Background</a:t>
            </a:r>
            <a:br>
              <a:rPr lang="en-CA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466FDF-8072-C641-BE68-D03163E4282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100" y="1587060"/>
            <a:ext cx="6281738" cy="36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1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FC0B-0E82-EF40-9455-E7702430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Business Problems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9050-160A-4448-87D0-D7E946E68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location in Toronto for coffee shop?</a:t>
            </a:r>
          </a:p>
          <a:p>
            <a:r>
              <a:rPr lang="en-CA" dirty="0"/>
              <a:t>Which area lack of coffee shop? </a:t>
            </a:r>
          </a:p>
          <a:p>
            <a:r>
              <a:rPr lang="en-CA" dirty="0"/>
              <a:t>What is the best place to stay if you prefer to get a coffee more comfortable?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4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E747-5AC1-0048-BCA4-142E2D8FF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Web scraping 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1B44CF-E4FB-B746-8831-205B022184A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919" y="1541462"/>
            <a:ext cx="58801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7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CC1D-61E3-7547-AEF1-0D2880180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North York and Downtown Toronto have the large number of Neighborhoods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55DE72-CFA4-B94B-9CC7-2ADFDC8A78C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040579"/>
            <a:ext cx="6281738" cy="477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405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7FF2-FDBA-194A-8AA8-C89F622D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of the neighborhood in each borough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67A4B4-2B55-6644-9476-2536DCBDF6F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519" y="1681162"/>
            <a:ext cx="59309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6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B3F8-90D5-CB4E-B577-8EF960A7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Foursquare API </a:t>
            </a:r>
            <a:br>
              <a:rPr lang="en-CA" dirty="0"/>
            </a:br>
            <a:r>
              <a:rPr lang="en-US" sz="2700" dirty="0"/>
              <a:t>There are 687 </a:t>
            </a:r>
            <a:r>
              <a:rPr lang="en-US" sz="2700" dirty="0" err="1"/>
              <a:t>coffe</a:t>
            </a:r>
            <a:r>
              <a:rPr lang="en-US" sz="2700" dirty="0"/>
              <a:t> shops in Toronto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1F7313-459A-4447-AF2A-5986E9C4412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17" y="1189941"/>
            <a:ext cx="5956300" cy="2120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A0DC8B-232A-2A49-8AE4-E1361D674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949" y="3624102"/>
            <a:ext cx="7030795" cy="21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A3B2-2043-5C40-824A-3CAD2DF0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Bar Chart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5C557F-207B-5545-B3BC-E9993DF1480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545" y="560798"/>
            <a:ext cx="4406900" cy="330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C99D1-B065-EF44-B186-1A91856B37F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267" y="3862798"/>
            <a:ext cx="5048250" cy="29095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74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E89D-E369-4E47-8514-EBA6E265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400" b="1" dirty="0"/>
              <a:t>Downsview in North York has Coffee Shops with a total count of 20</a:t>
            </a:r>
            <a:br>
              <a:rPr lang="en-CA" sz="2400" b="1" dirty="0"/>
            </a:b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8EE74-4235-DF4A-873C-AABD64E46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7865" y="803275"/>
            <a:ext cx="4042208" cy="5248275"/>
          </a:xfrm>
        </p:spPr>
      </p:pic>
    </p:spTree>
    <p:extLst>
      <p:ext uri="{BB962C8B-B14F-4D97-AF65-F5344CB8AC3E}">
        <p14:creationId xmlns:p14="http://schemas.microsoft.com/office/powerpoint/2010/main" val="3785531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E6B7-08ED-2846-9A6E-8A5186E26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Conclusions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23F2A-3B27-0441-BA6E-EBFA42B8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dirty="0"/>
              <a:t>Most of the Coffee Shops are concentrated in downtown Toronto, with the number over 160. On the other hand, bar chart shows that </a:t>
            </a:r>
            <a:r>
              <a:rPr lang="en-CA" dirty="0" err="1"/>
              <a:t>Mississauge</a:t>
            </a:r>
            <a:r>
              <a:rPr lang="en-CA" dirty="0"/>
              <a:t> has the lowest number of Coffee shops.</a:t>
            </a:r>
          </a:p>
          <a:p>
            <a:pPr lvl="0"/>
            <a:r>
              <a:rPr lang="en-CA" dirty="0"/>
              <a:t>This represents a great opportunity and high potential areas to open new coffee shops in </a:t>
            </a:r>
            <a:r>
              <a:rPr lang="en-CA" dirty="0" err="1"/>
              <a:t>Mississauge</a:t>
            </a:r>
            <a:r>
              <a:rPr lang="en-CA" dirty="0"/>
              <a:t> as there is very little to no competition from existing coffee shops.</a:t>
            </a:r>
          </a:p>
          <a:p>
            <a:pPr lvl="0"/>
            <a:r>
              <a:rPr lang="en-CA" dirty="0"/>
              <a:t>If you want to get coffee more easily, live in Downsview, North York is a good choice.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084355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{5A09CBFD-305B-F148-8D6B-A51121564DD1}tf16401369</Template>
  <TotalTime>23</TotalTime>
  <Words>192</Words>
  <Application>Microsoft Macintosh PowerPoint</Application>
  <PresentationFormat>Widescreen</PresentationFormat>
  <Paragraphs>21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Rockwell</vt:lpstr>
      <vt:lpstr>Wingdings</vt:lpstr>
      <vt:lpstr>Atlas</vt:lpstr>
      <vt:lpstr>  Opening a New Coffee Shop in Toronto </vt:lpstr>
      <vt:lpstr>Background </vt:lpstr>
      <vt:lpstr>Business Problems </vt:lpstr>
      <vt:lpstr>Web scraping </vt:lpstr>
      <vt:lpstr>North York and Downtown Toronto have the large number of Neighborhoods</vt:lpstr>
      <vt:lpstr>Map of the neighborhood in each borough</vt:lpstr>
      <vt:lpstr>Foursquare API  There are 687 coffe shops in Toronto</vt:lpstr>
      <vt:lpstr>Bar Chart </vt:lpstr>
      <vt:lpstr>Downsview in North York has Coffee Shops with a total count of 20 </vt:lpstr>
      <vt:lpstr>Conclusions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Opening a New Coffee Shop in Toronto </dc:title>
  <dc:creator>meilu wang</dc:creator>
  <cp:lastModifiedBy>meilu wang</cp:lastModifiedBy>
  <cp:revision>4</cp:revision>
  <dcterms:created xsi:type="dcterms:W3CDTF">2021-01-14T05:27:11Z</dcterms:created>
  <dcterms:modified xsi:type="dcterms:W3CDTF">2021-01-14T05:50:52Z</dcterms:modified>
</cp:coreProperties>
</file>